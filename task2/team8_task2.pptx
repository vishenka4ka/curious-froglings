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9A0B9-7DEA-4F2D-B72F-83923D22B22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CBDCB-C9CF-4446-AA38-0D0688D986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239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CBDCB-C9CF-4446-AA38-0D0688D9865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68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CBDCB-C9CF-4446-AA38-0D0688D9865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397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4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074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34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26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891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76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934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66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446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61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890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904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028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4812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276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056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646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A965B-0878-4E5A-A8E1-B798BBFC0E02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9D226-88D5-4962-8822-8BD262443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604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C7FC2-E411-1CAC-57E3-FD427238E7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/>
              <a:t>Решение </a:t>
            </a:r>
            <a:r>
              <a:rPr lang="en-US" dirty="0"/>
              <a:t>2</a:t>
            </a:r>
            <a:r>
              <a:rPr lang="ru-RU" sz="4000" baseline="40000" dirty="0"/>
              <a:t>ой</a:t>
            </a:r>
            <a:r>
              <a:rPr lang="ru-RU" dirty="0"/>
              <a:t> задачи </a:t>
            </a:r>
            <a:r>
              <a:rPr lang="ru-RU" dirty="0" err="1"/>
              <a:t>хакатона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A5B9FF-4A11-FD0B-FB76-EC05B6E2C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1280" y="3874413"/>
            <a:ext cx="9144000" cy="1655762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ru-RU" dirty="0"/>
              <a:t>Подготовила команда №8</a:t>
            </a:r>
          </a:p>
          <a:p>
            <a:pPr algn="r"/>
            <a:r>
              <a:rPr lang="ru-RU" dirty="0"/>
              <a:t>Горшков Алексей, </a:t>
            </a:r>
          </a:p>
          <a:p>
            <a:pPr algn="r"/>
            <a:r>
              <a:rPr lang="ru-RU" dirty="0"/>
              <a:t>Ершов Глеб, </a:t>
            </a:r>
          </a:p>
          <a:p>
            <a:pPr algn="r"/>
            <a:r>
              <a:rPr lang="ru-RU" dirty="0"/>
              <a:t>Пылаева Надежда</a:t>
            </a:r>
          </a:p>
        </p:txBody>
      </p:sp>
    </p:spTree>
    <p:extLst>
      <p:ext uri="{BB962C8B-B14F-4D97-AF65-F5344CB8AC3E}">
        <p14:creationId xmlns:p14="http://schemas.microsoft.com/office/powerpoint/2010/main" val="15388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504479-CCEE-ACAE-E9F6-CF45CD9F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5914"/>
            <a:ext cx="9905998" cy="1478570"/>
          </a:xfrm>
        </p:spPr>
        <p:txBody>
          <a:bodyPr/>
          <a:lstStyle/>
          <a:p>
            <a:pPr algn="ctr"/>
            <a:r>
              <a:rPr lang="ru-RU" dirty="0"/>
              <a:t>Подготовка изображений через </a:t>
            </a:r>
            <a:r>
              <a:rPr lang="en-US" dirty="0"/>
              <a:t>Open CV</a:t>
            </a:r>
            <a:endParaRPr lang="ru-RU" dirty="0"/>
          </a:p>
        </p:txBody>
      </p:sp>
      <p:pic>
        <p:nvPicPr>
          <p:cNvPr id="5" name="Объект 4" descr="Изображение выглядит как пузырь, вода, луна, синий&#10;&#10;Автоматически созданное описание">
            <a:extLst>
              <a:ext uri="{FF2B5EF4-FFF2-40B4-BE49-F238E27FC236}">
                <a16:creationId xmlns:a16="http://schemas.microsoft.com/office/drawing/2014/main" id="{4ADE53CB-F678-EE6B-9B59-FA40DC4F76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066" y="2113348"/>
            <a:ext cx="1068729" cy="3129850"/>
          </a:xfr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5B0CE52-9144-7BFC-A7D7-9F3C8468E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9891" y="2466437"/>
            <a:ext cx="4763074" cy="2209131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Переведем изображения в черно-белый формат</a:t>
            </a:r>
          </a:p>
          <a:p>
            <a:r>
              <a:rPr lang="ru-RU" dirty="0"/>
              <a:t>Распространим максимальное значение интенсивности в строке на все пиксели в этой строке</a:t>
            </a:r>
          </a:p>
          <a:p>
            <a:endParaRPr lang="ru-RU" dirty="0"/>
          </a:p>
        </p:txBody>
      </p:sp>
      <p:pic>
        <p:nvPicPr>
          <p:cNvPr id="9" name="Рисунок 8" descr="Изображение выглядит как линия, снимок экрана, Параллельный, черный&#10;&#10;Автоматически созданное описание">
            <a:extLst>
              <a:ext uri="{FF2B5EF4-FFF2-40B4-BE49-F238E27FC236}">
                <a16:creationId xmlns:a16="http://schemas.microsoft.com/office/drawing/2014/main" id="{D345EEBF-82D5-3E4B-7A98-5814E502A9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566" y="2113348"/>
            <a:ext cx="1068729" cy="312985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снимок экрана, линия, черный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DC14583E-F463-7F27-8896-FAF8CA2E03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058" y="2113348"/>
            <a:ext cx="1068729" cy="3129850"/>
          </a:xfrm>
          <a:prstGeom prst="rect">
            <a:avLst/>
          </a:prstGeom>
        </p:spPr>
      </p:pic>
      <p:pic>
        <p:nvPicPr>
          <p:cNvPr id="17" name="Рисунок 16" descr="Изображение выглядит как луна, пространство, Астрономический объект, природа&#10;&#10;Автоматически созданное описание">
            <a:extLst>
              <a:ext uri="{FF2B5EF4-FFF2-40B4-BE49-F238E27FC236}">
                <a16:creationId xmlns:a16="http://schemas.microsoft.com/office/drawing/2014/main" id="{1591F992-FCC9-7FEB-E663-E9143EED59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379" y="2113348"/>
            <a:ext cx="1068730" cy="3129849"/>
          </a:xfrm>
          <a:prstGeom prst="rect">
            <a:avLst/>
          </a:prstGeom>
        </p:spPr>
      </p:pic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418AFDE0-2D5F-E024-4C96-70BE92396C89}"/>
              </a:ext>
            </a:extLst>
          </p:cNvPr>
          <p:cNvSpPr/>
          <p:nvPr/>
        </p:nvSpPr>
        <p:spPr>
          <a:xfrm>
            <a:off x="6354779" y="3571002"/>
            <a:ext cx="448608" cy="2145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трелка: вправо 3">
            <a:extLst>
              <a:ext uri="{FF2B5EF4-FFF2-40B4-BE49-F238E27FC236}">
                <a16:creationId xmlns:a16="http://schemas.microsoft.com/office/drawing/2014/main" id="{F1D1169C-6168-836B-3D9D-5DE51F6D78CE}"/>
              </a:ext>
            </a:extLst>
          </p:cNvPr>
          <p:cNvSpPr/>
          <p:nvPr/>
        </p:nvSpPr>
        <p:spPr>
          <a:xfrm>
            <a:off x="9833876" y="3571003"/>
            <a:ext cx="448608" cy="2145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751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504479-CCEE-ACAE-E9F6-CF45CD9F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30564"/>
            <a:ext cx="9905998" cy="1478570"/>
          </a:xfrm>
        </p:spPr>
        <p:txBody>
          <a:bodyPr/>
          <a:lstStyle/>
          <a:p>
            <a:pPr algn="ctr"/>
            <a:r>
              <a:rPr lang="ru-RU" dirty="0"/>
              <a:t>Подготовка изображений через </a:t>
            </a:r>
            <a:r>
              <a:rPr lang="en-US" dirty="0"/>
              <a:t>Open CV</a:t>
            </a:r>
            <a:endParaRPr lang="ru-RU" dirty="0"/>
          </a:p>
        </p:txBody>
      </p:sp>
      <p:pic>
        <p:nvPicPr>
          <p:cNvPr id="8" name="Объект 7" descr="Изображение выглядит как снимок экрана, линия, черный, Параллельный&#10;&#10;Автоматически созданное описание">
            <a:extLst>
              <a:ext uri="{FF2B5EF4-FFF2-40B4-BE49-F238E27FC236}">
                <a16:creationId xmlns:a16="http://schemas.microsoft.com/office/drawing/2014/main" id="{35E8DF41-D9AC-C122-55B1-E32BE58560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227" y="1453491"/>
            <a:ext cx="1573068" cy="4606841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959CBEE5-C8E8-B3FF-E47B-0231D2A42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1" y="1916349"/>
            <a:ext cx="4878389" cy="354171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Определим ожидаемые диапазоны появления ионов</a:t>
            </a:r>
          </a:p>
          <a:p>
            <a:r>
              <a:rPr lang="ru-RU" dirty="0"/>
              <a:t>Применим метод </a:t>
            </a:r>
            <a:r>
              <a:rPr lang="ru-RU" dirty="0" err="1"/>
              <a:t>маскинга</a:t>
            </a:r>
            <a:r>
              <a:rPr lang="ru-RU" dirty="0"/>
              <a:t> на основе квантового отжига в этих диапазонах</a:t>
            </a:r>
          </a:p>
          <a:p>
            <a:r>
              <a:rPr lang="ru-RU" dirty="0"/>
              <a:t> Проверим наличие излучения</a:t>
            </a:r>
          </a:p>
          <a:p>
            <a:r>
              <a:rPr lang="ru-RU" dirty="0"/>
              <a:t>Составим бинарную строку, соответствующую снимку 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6835F41-FD04-BB1A-267B-81A9CCC8982B}"/>
              </a:ext>
            </a:extLst>
          </p:cNvPr>
          <p:cNvSpPr/>
          <p:nvPr/>
        </p:nvSpPr>
        <p:spPr>
          <a:xfrm>
            <a:off x="6509227" y="5083496"/>
            <a:ext cx="1573068" cy="247262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D78DFB4-D270-76D1-B007-177061B73D4C}"/>
              </a:ext>
            </a:extLst>
          </p:cNvPr>
          <p:cNvSpPr/>
          <p:nvPr/>
        </p:nvSpPr>
        <p:spPr>
          <a:xfrm>
            <a:off x="6509227" y="3992774"/>
            <a:ext cx="1573068" cy="247262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C44A4B-AB28-EE58-F05E-0848B2312544}"/>
              </a:ext>
            </a:extLst>
          </p:cNvPr>
          <p:cNvSpPr/>
          <p:nvPr/>
        </p:nvSpPr>
        <p:spPr>
          <a:xfrm>
            <a:off x="6509227" y="3015937"/>
            <a:ext cx="1573068" cy="247262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A33BBD9-061E-EAED-E6CE-A7A699D5A4BA}"/>
              </a:ext>
            </a:extLst>
          </p:cNvPr>
          <p:cNvSpPr/>
          <p:nvPr/>
        </p:nvSpPr>
        <p:spPr>
          <a:xfrm>
            <a:off x="6509227" y="1916349"/>
            <a:ext cx="1573068" cy="247262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 descr="Изображение выглядит как снимок экрана, линия, черный, Прямоугольник&#10;&#10;Автоматически созданное описание">
            <a:extLst>
              <a:ext uri="{FF2B5EF4-FFF2-40B4-BE49-F238E27FC236}">
                <a16:creationId xmlns:a16="http://schemas.microsoft.com/office/drawing/2014/main" id="{E9D65C61-9F1B-4CC6-E144-5F87CADE5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534" y="1449058"/>
            <a:ext cx="1574581" cy="4611274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5B7A8E2-3472-6A6E-84A6-BA72615E07B2}"/>
              </a:ext>
            </a:extLst>
          </p:cNvPr>
          <p:cNvSpPr/>
          <p:nvPr/>
        </p:nvSpPr>
        <p:spPr>
          <a:xfrm>
            <a:off x="8583823" y="5083496"/>
            <a:ext cx="1573068" cy="247262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16C725D-4B57-CEAE-B521-E8229511CB5A}"/>
              </a:ext>
            </a:extLst>
          </p:cNvPr>
          <p:cNvSpPr/>
          <p:nvPr/>
        </p:nvSpPr>
        <p:spPr>
          <a:xfrm>
            <a:off x="8578728" y="3991894"/>
            <a:ext cx="1573068" cy="247262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B919DA0-4DCD-B515-B7A1-BED51F5871D9}"/>
              </a:ext>
            </a:extLst>
          </p:cNvPr>
          <p:cNvSpPr/>
          <p:nvPr/>
        </p:nvSpPr>
        <p:spPr>
          <a:xfrm>
            <a:off x="8563049" y="3015937"/>
            <a:ext cx="1573068" cy="247262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20E4C4E-1EFB-380C-72DA-DC02C7C6354C}"/>
              </a:ext>
            </a:extLst>
          </p:cNvPr>
          <p:cNvSpPr/>
          <p:nvPr/>
        </p:nvSpPr>
        <p:spPr>
          <a:xfrm>
            <a:off x="8563049" y="1916349"/>
            <a:ext cx="1573068" cy="247262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6606EC-164F-8184-562C-7A976CB3440B}"/>
              </a:ext>
            </a:extLst>
          </p:cNvPr>
          <p:cNvSpPr txBox="1"/>
          <p:nvPr/>
        </p:nvSpPr>
        <p:spPr>
          <a:xfrm>
            <a:off x="6813708" y="6060332"/>
            <a:ext cx="9641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1111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141F55-9FD8-D941-E146-EC4D76BEC6B4}"/>
              </a:ext>
            </a:extLst>
          </p:cNvPr>
          <p:cNvSpPr txBox="1"/>
          <p:nvPr/>
        </p:nvSpPr>
        <p:spPr>
          <a:xfrm>
            <a:off x="8883209" y="6067439"/>
            <a:ext cx="9641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1001</a:t>
            </a:r>
          </a:p>
        </p:txBody>
      </p:sp>
    </p:spTree>
    <p:extLst>
      <p:ext uri="{BB962C8B-B14F-4D97-AF65-F5344CB8AC3E}">
        <p14:creationId xmlns:p14="http://schemas.microsoft.com/office/powerpoint/2010/main" val="335754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545F1-B0F0-0A60-625D-07B0AA880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72720"/>
            <a:ext cx="9905998" cy="1478570"/>
          </a:xfrm>
        </p:spPr>
        <p:txBody>
          <a:bodyPr/>
          <a:lstStyle/>
          <a:p>
            <a:pPr algn="ctr"/>
            <a:r>
              <a:rPr lang="ru-RU" dirty="0"/>
              <a:t>Полученные результаты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211285B-6960-3F83-5010-1C1757C4FA8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41880705"/>
              </p:ext>
            </p:extLst>
          </p:nvPr>
        </p:nvGraphicFramePr>
        <p:xfrm>
          <a:off x="1143001" y="1893887"/>
          <a:ext cx="4875210" cy="2511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042">
                  <a:extLst>
                    <a:ext uri="{9D8B030D-6E8A-4147-A177-3AD203B41FA5}">
                      <a16:colId xmlns:a16="http://schemas.microsoft.com/office/drawing/2014/main" val="2363743511"/>
                    </a:ext>
                  </a:extLst>
                </a:gridCol>
                <a:gridCol w="975042">
                  <a:extLst>
                    <a:ext uri="{9D8B030D-6E8A-4147-A177-3AD203B41FA5}">
                      <a16:colId xmlns:a16="http://schemas.microsoft.com/office/drawing/2014/main" val="3071517212"/>
                    </a:ext>
                  </a:extLst>
                </a:gridCol>
                <a:gridCol w="975042">
                  <a:extLst>
                    <a:ext uri="{9D8B030D-6E8A-4147-A177-3AD203B41FA5}">
                      <a16:colId xmlns:a16="http://schemas.microsoft.com/office/drawing/2014/main" val="184162142"/>
                    </a:ext>
                  </a:extLst>
                </a:gridCol>
                <a:gridCol w="975042">
                  <a:extLst>
                    <a:ext uri="{9D8B030D-6E8A-4147-A177-3AD203B41FA5}">
                      <a16:colId xmlns:a16="http://schemas.microsoft.com/office/drawing/2014/main" val="2907726672"/>
                    </a:ext>
                  </a:extLst>
                </a:gridCol>
                <a:gridCol w="975042">
                  <a:extLst>
                    <a:ext uri="{9D8B030D-6E8A-4147-A177-3AD203B41FA5}">
                      <a16:colId xmlns:a16="http://schemas.microsoft.com/office/drawing/2014/main" val="2827761179"/>
                    </a:ext>
                  </a:extLst>
                </a:gridCol>
              </a:tblGrid>
              <a:tr h="5822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file number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qubit 1 state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qubit 2 state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qubit 3 state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qubit 4 state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51619112"/>
                  </a:ext>
                </a:extLst>
              </a:tr>
              <a:tr h="96457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54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09381592"/>
                  </a:ext>
                </a:extLst>
              </a:tr>
              <a:tr h="96457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7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0" i="0" u="none" strike="noStrike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51885963"/>
                  </a:ext>
                </a:extLst>
              </a:tr>
            </a:tbl>
          </a:graphicData>
        </a:graphic>
      </p:graphicFrame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51AD55E-CF60-D71B-3DA4-902F00F458B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70564986"/>
              </p:ext>
            </p:extLst>
          </p:nvPr>
        </p:nvGraphicFramePr>
        <p:xfrm>
          <a:off x="1143001" y="4389120"/>
          <a:ext cx="4875210" cy="964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042">
                  <a:extLst>
                    <a:ext uri="{9D8B030D-6E8A-4147-A177-3AD203B41FA5}">
                      <a16:colId xmlns:a16="http://schemas.microsoft.com/office/drawing/2014/main" val="4202211516"/>
                    </a:ext>
                  </a:extLst>
                </a:gridCol>
                <a:gridCol w="972185">
                  <a:extLst>
                    <a:ext uri="{9D8B030D-6E8A-4147-A177-3AD203B41FA5}">
                      <a16:colId xmlns:a16="http://schemas.microsoft.com/office/drawing/2014/main" val="3454606976"/>
                    </a:ext>
                  </a:extLst>
                </a:gridCol>
                <a:gridCol w="977899">
                  <a:extLst>
                    <a:ext uri="{9D8B030D-6E8A-4147-A177-3AD203B41FA5}">
                      <a16:colId xmlns:a16="http://schemas.microsoft.com/office/drawing/2014/main" val="1629524495"/>
                    </a:ext>
                  </a:extLst>
                </a:gridCol>
                <a:gridCol w="975042">
                  <a:extLst>
                    <a:ext uri="{9D8B030D-6E8A-4147-A177-3AD203B41FA5}">
                      <a16:colId xmlns:a16="http://schemas.microsoft.com/office/drawing/2014/main" val="894443798"/>
                    </a:ext>
                  </a:extLst>
                </a:gridCol>
                <a:gridCol w="975042">
                  <a:extLst>
                    <a:ext uri="{9D8B030D-6E8A-4147-A177-3AD203B41FA5}">
                      <a16:colId xmlns:a16="http://schemas.microsoft.com/office/drawing/2014/main" val="3762053382"/>
                    </a:ext>
                  </a:extLst>
                </a:gridCol>
              </a:tblGrid>
              <a:tr h="964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+mn-ea"/>
                          <a:cs typeface="+mn-cs"/>
                        </a:rPr>
                        <a:t>170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gradFill flip="none" rotWithShape="1">
                      <a:gsLst>
                        <a:gs pos="0">
                          <a:schemeClr val="tx2"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64182049"/>
                  </a:ext>
                </a:extLst>
              </a:tr>
            </a:tbl>
          </a:graphicData>
        </a:graphic>
      </p:graphicFrame>
      <p:pic>
        <p:nvPicPr>
          <p:cNvPr id="12" name="Рисунок 11" descr="Изображение выглядит как вода, пространство, пузырь, синий&#10;&#10;Автоматически созданное описание">
            <a:extLst>
              <a:ext uri="{FF2B5EF4-FFF2-40B4-BE49-F238E27FC236}">
                <a16:creationId xmlns:a16="http://schemas.microsoft.com/office/drawing/2014/main" id="{47666F74-8995-8045-7CAE-FAC111CEE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930" y="1893887"/>
            <a:ext cx="1181398" cy="3459808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луна, пространство, Астрономический объект, небо&#10;&#10;Автоматически созданное описание">
            <a:extLst>
              <a:ext uri="{FF2B5EF4-FFF2-40B4-BE49-F238E27FC236}">
                <a16:creationId xmlns:a16="http://schemas.microsoft.com/office/drawing/2014/main" id="{D9E2228E-6513-0FA3-FD40-CBBD8B1BA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260" y="1893887"/>
            <a:ext cx="1181398" cy="3459808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луна, пространство, пузырь, вода&#10;&#10;Автоматически созданное описание">
            <a:extLst>
              <a:ext uri="{FF2B5EF4-FFF2-40B4-BE49-F238E27FC236}">
                <a16:creationId xmlns:a16="http://schemas.microsoft.com/office/drawing/2014/main" id="{CF674954-B20D-B248-DDF1-07DA6717AB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601" y="1893887"/>
            <a:ext cx="1181398" cy="34598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7497E4-29D4-8B08-6368-510F7ED25E42}"/>
              </a:ext>
            </a:extLst>
          </p:cNvPr>
          <p:cNvSpPr txBox="1"/>
          <p:nvPr/>
        </p:nvSpPr>
        <p:spPr>
          <a:xfrm>
            <a:off x="7183241" y="5353695"/>
            <a:ext cx="6274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54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E54293-D9AD-3F0E-DBCF-BE32754A9180}"/>
              </a:ext>
            </a:extLst>
          </p:cNvPr>
          <p:cNvSpPr txBox="1"/>
          <p:nvPr/>
        </p:nvSpPr>
        <p:spPr>
          <a:xfrm>
            <a:off x="8778474" y="5353695"/>
            <a:ext cx="3944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D0A93-8D60-3F22-E4C8-E456C7E08D99}"/>
              </a:ext>
            </a:extLst>
          </p:cNvPr>
          <p:cNvSpPr txBox="1"/>
          <p:nvPr/>
        </p:nvSpPr>
        <p:spPr>
          <a:xfrm>
            <a:off x="10006091" y="5366905"/>
            <a:ext cx="9044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170</a:t>
            </a:r>
          </a:p>
        </p:txBody>
      </p:sp>
    </p:spTree>
    <p:extLst>
      <p:ext uri="{BB962C8B-B14F-4D97-AF65-F5344CB8AC3E}">
        <p14:creationId xmlns:p14="http://schemas.microsoft.com/office/powerpoint/2010/main" val="2408570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199</TotalTime>
  <Words>107</Words>
  <Application>Microsoft Office PowerPoint</Application>
  <PresentationFormat>Широкоэкранный</PresentationFormat>
  <Paragraphs>41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Tw Cen MT</vt:lpstr>
      <vt:lpstr>Контур</vt:lpstr>
      <vt:lpstr>Решение 2ой задачи хакатона</vt:lpstr>
      <vt:lpstr>Подготовка изображений через Open CV</vt:lpstr>
      <vt:lpstr>Подготовка изображений через Open CV</vt:lpstr>
      <vt:lpstr>Полученные результаты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Надежда Пылаева</dc:creator>
  <cp:lastModifiedBy>Надежда Пылаева</cp:lastModifiedBy>
  <cp:revision>4</cp:revision>
  <dcterms:created xsi:type="dcterms:W3CDTF">2023-11-23T20:25:36Z</dcterms:created>
  <dcterms:modified xsi:type="dcterms:W3CDTF">2023-11-24T00:00:16Z</dcterms:modified>
</cp:coreProperties>
</file>